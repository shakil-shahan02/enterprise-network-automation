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opens: introduce the team, the client scenario and the three parts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walk through who presents which part. Closing slides are shared by the whole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explain why manual administration does not scale and list the four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core R4 connects the three site routers; each site has a distribution and an access switch. Redundant R1-R3 link and dual trunks give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explain the addressing logic and why summarised areas make the design 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summarise how each required service was implemented and the security thinking behind the ACLs.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1: point out the FULL adjacencies and the ACL result; hand over to Member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2: explain the pipeline from a Git commit to verified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2: briefly describe each role; stress that secrets are encrypted.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2: idempotency means the automation is safe to re-run and corrects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2: one YAML entry drove changes on three devices; hand over to Member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3: explain the network layout and the bastion access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3: walk through each command and why the plan is saved before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3: the private server has no Internet path by design; access only through the bastion.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3: terraform destroy removed all 25 resources and an all-region audit confirmed nothing is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member: explain the challenges briefly and what we would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 closes, then the whole team takes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294790"/>
            <a:ext cx="427939" cy="4279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91640" y="1097280"/>
            <a:ext cx="822960" cy="822960"/>
          </a:xfrm>
          <a:prstGeom prst="ellipse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50" y="1294790"/>
            <a:ext cx="427939" cy="42793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651760" y="109728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70" y="1294790"/>
            <a:ext cx="427939" cy="42793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31520" y="210312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Network Automation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Hybrid-Cloud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38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ENT-HYBRID-NET  |  GNS3  ·  Ansible  ·  Git  ·  Terraform on AWS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731520" y="498348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14400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name]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D9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(Part A)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297680" y="498348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480560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 name]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D9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Automation (Part B)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863840" y="498348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046720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 name]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D9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&amp; AWS (Part C)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778240" y="731520"/>
            <a:ext cx="2926080" cy="2926080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58400" y="2377440"/>
            <a:ext cx="1920240" cy="1920240"/>
          </a:xfrm>
          <a:prstGeom prst="ellipse">
            <a:avLst/>
          </a:prstGeom>
          <a:solidFill>
            <a:srgbClr val="F2A541">
              <a:alpha val="45000"/>
            </a:srgbClr>
          </a:solidFill>
          <a:ln w="12700">
            <a:solidFill>
              <a:srgbClr val="F2A541">
                <a:alpha val="4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6800" y="3017520"/>
            <a:ext cx="1371600" cy="1371600"/>
          </a:xfrm>
          <a:prstGeom prst="ellipse">
            <a:avLst/>
          </a:prstGeom>
          <a:solidFill>
            <a:srgbClr val="D9F3F5">
              <a:alpha val="35000"/>
            </a:srgbClr>
          </a:solidFill>
          <a:ln w="12700">
            <a:solidFill>
              <a:srgbClr val="D9F3F5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and presenters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one engineering approach: define it as code, keep it in Git, apply and verify automatically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 |  Team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|  Enterprise network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GNS3 design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plan, VLANs, OSPF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security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evidence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0281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|  Ansible automation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+ roles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Vault-protected secrets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compliance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change via Git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46720" y="164592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02813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982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909828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|  Terraform on AWS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architecture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verify, destroy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&amp; Git history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multinational enterprise moving from manual CLI administration to automated hybrid cloud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Network Design (Part 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configs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75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configured by hand drifts from the standard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278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change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447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typed on many consoles, one at a time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4348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5994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 trail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818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changed what, or why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16916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6294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24688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scalable, secure network for HQ, Branch and Data Centre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configuration, backup, verification and compliance with Ansible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secure AWS infrastructure with Terraform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everything in Git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network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distribution / access across three sites - built from code through the GNS3 REST API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Network Design (Part A)</a:t>
            </a:r>
            <a:endParaRPr lang="en-US" sz="1100" dirty="0"/>
          </a:p>
        </p:txBody>
      </p:sp>
      <p:pic>
        <p:nvPicPr>
          <p:cNvPr id="6" name="Image 0" descr="GNS3 topolo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6834"/>
            <a:ext cx="7680960" cy="457017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8686800" y="1600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973836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7200 routers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788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9738360" y="2788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EtherSwitch switches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9776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973836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+ core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5166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9738360" y="5166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automation server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and VLANs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summarisable /16 per site keeps the core routing table to three routes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Network Design (Part A)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01168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 /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10.10.x.0/24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IT, Finance, Guest (DHCP)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50 / 45*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10.20.x.0/24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Operations, Marketing (DHCP)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10.30.x.0/24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NetOps (Ansible + Syslog)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sites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10.x0.99.0/24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10.255.0.0/24 (/30s)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Point-to-point WAN 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172.20.0.0/16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- no overlap with on-premises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120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VLAN 45 was added later as a Day-2 change through Git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160020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1828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419" y="19824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0" y="260604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Multi-area OSPF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0 backbone, one area per site, ABR summarisation, MD5 authentication and a cost-100 backup link.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and security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configured, each with a clear purpose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Network Design (Part 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0105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&amp; inter-VLAN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Router-on-a-stick, dual trunks, STP root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18745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43" y="201058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Multi-area, summarised, authenticated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18745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83" y="20105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pools per site - survives WAN failure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5256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81160" y="18745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223" y="201058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1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2811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corp.local on R3-DC, forwards to Internet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3886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250863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724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&amp; Syslog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time source; central log collector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83280" y="3886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611880" y="41148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943" y="4250863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61188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1188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v2 only, VTY limited to NetOps/IT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17920" y="3886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46520" y="41148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583" y="4250863"/>
            <a:ext cx="294803" cy="29480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4652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44652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Internet-only, Finance &amp; servers protected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52560" y="3886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281160" y="41148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7223" y="4250863"/>
            <a:ext cx="294803" cy="29480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28116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28116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PAT Internet edge on R4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verification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from the devices and from real end hosts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Network Design (Part A)</a:t>
            </a:r>
            <a:endParaRPr lang="en-US" sz="1100" dirty="0"/>
          </a:p>
        </p:txBody>
      </p:sp>
      <p:pic>
        <p:nvPicPr>
          <p:cNvPr id="6" name="Image 0" descr="R4 OSP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313" y="1508760"/>
            <a:ext cx="4335053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R4-CORE: 3 FULL OSPF neighbours, site summaries, default route</a:t>
            </a:r>
            <a:endParaRPr lang="en-US" sz="1100" dirty="0"/>
          </a:p>
        </p:txBody>
      </p:sp>
      <p:pic>
        <p:nvPicPr>
          <p:cNvPr id="8" name="Image 1" descr="Guest AC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93008"/>
            <a:ext cx="5394960" cy="36377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309360" y="5852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PC: Internet allowed, internal networks blocked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desired state lives in Git; Ansible makes the devices match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|  Ansible Automation (Part 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01168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016" y="21696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commits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27432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52928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11296" y="201168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304" y="2169688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44368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data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944368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74320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815584" y="201168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592" y="2169688"/>
            <a:ext cx="342351" cy="3423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48656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roles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248656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IOS config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274320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461504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119872" y="2011680"/>
            <a:ext cx="658368" cy="6583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880" y="2169688"/>
            <a:ext cx="342351" cy="342351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552944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552944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10 devices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2743200"/>
            <a:ext cx="274320" cy="27432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765792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10424160" y="201168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2168" y="2169688"/>
            <a:ext cx="342351" cy="342351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857232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audit</a:t>
            </a:r>
            <a:endParaRPr lang="en-US" sz="1600" dirty="0"/>
          </a:p>
        </p:txBody>
      </p:sp>
      <p:sp>
        <p:nvSpPr>
          <p:cNvPr id="34" name="Text 23"/>
          <p:cNvSpPr txBox="1"/>
          <p:nvPr/>
        </p:nvSpPr>
        <p:spPr>
          <a:xfrm>
            <a:off x="9857232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+ reports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731520" y="44348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node: ANSIBLE-SRV in the Data Centre NetOps VLAN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grouped by role (routers/switches) and by site (HQ/Branch/DC)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encrypted with Ansible Vault (AES-256), never in Git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roles, ten playbooks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back up, build, secure, verify, audit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|  Ansible Automation (Part 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09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running-config backups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709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SSH, NTP, Syslog, SNMPv3, banner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VLANs, trunks, access ports, STP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69748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Sub-interfaces, P2P links, OSPF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DHCP, DNS records, NAT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379476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security ACLs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01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OSPF, routes, VLANs, reachability asserts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489204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5001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security rules per device</a:t>
            </a:r>
            <a:endParaRPr lang="en-US" sz="1300" dirty="0"/>
          </a:p>
        </p:txBody>
      </p:sp>
      <p:pic>
        <p:nvPicPr>
          <p:cNvPr id="30" name="Image 0" descr="Ansible Va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584864"/>
            <a:ext cx="3200400" cy="223691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31" name="Text 28"/>
          <p:cNvSpPr txBox="1"/>
          <p:nvPr/>
        </p:nvSpPr>
        <p:spPr>
          <a:xfrm>
            <a:off x="850392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Vault: secrets encrypted, names only shown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the pipeline's own output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|  Ansible Automation (Part 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600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configured and verified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157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71576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rules on every device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3133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83133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 a second run (idempotent)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4690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494690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across all playbooks</a:t>
            </a:r>
            <a:endParaRPr lang="en-US" sz="1400" dirty="0"/>
          </a:p>
        </p:txBody>
      </p:sp>
      <p:pic>
        <p:nvPicPr>
          <p:cNvPr id="18" name="Image 0" descr="Idempotency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352568"/>
            <a:ext cx="6309360" cy="279294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5394960" y="5943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configuration pipeline re-run: changed=0, failed=0 on all 10 devices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Day-2 change delivered as code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VLAN 45 MARKETING at the Branch - no CLI typed by hand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|  Ansible Automation (Part 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YAML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lines in site_branch.yml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60020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CHG-0001 reviewed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60020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--check --diff preview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6002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router, DHCP, OSPF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160020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confirm change</a:t>
            </a:r>
            <a:endParaRPr lang="en-US" sz="1200" dirty="0"/>
          </a:p>
        </p:txBody>
      </p:sp>
      <p:pic>
        <p:nvPicPr>
          <p:cNvPr id="26" name="Image 0" descr="Git 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33236"/>
            <a:ext cx="5486400" cy="27288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7" name="Text 24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change is a two-line Git diff</a:t>
            </a:r>
            <a:endParaRPr lang="en-US" sz="1100" dirty="0"/>
          </a:p>
        </p:txBody>
      </p:sp>
      <p:pic>
        <p:nvPicPr>
          <p:cNvPr id="28" name="Image 1" descr="R2 after cha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08" y="2651760"/>
            <a:ext cx="4237463" cy="3291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9" name="Text 25"/>
          <p:cNvSpPr txBox="1"/>
          <p:nvPr/>
        </p:nvSpPr>
        <p:spPr>
          <a:xfrm>
            <a:off x="6309360" y="6035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R2-BR after the change: gateway, DHCP pool, OSPF area 20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two-AZ VPC defined entirely in Terraform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|  Terraform &amp; AWS (Part C)</a:t>
            </a:r>
            <a:endParaRPr lang="en-US" sz="1100" dirty="0"/>
          </a:p>
        </p:txBody>
      </p:sp>
      <p:pic>
        <p:nvPicPr>
          <p:cNvPr id="6" name="Image 0" descr="AWS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4886"/>
            <a:ext cx="7315200" cy="470262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183880" y="1600200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943" y="173626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172.20.0.0/16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public + 2 private subnets in 2 AZs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83880" y="277063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943" y="290669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2752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+ private EC2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915400" y="30723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bastion faces the Internet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83880" y="3941064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943" y="4077127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15400" y="3922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915400" y="42428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from admin /32 → bastion → app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83880" y="5111496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943" y="5247559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15400" y="5093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key pair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915400" y="5413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Terraform, never in Git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Declarative: describe the end state, Terraform plans the changes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|  Terraform &amp; AWS (Part 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50592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0592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2544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2544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6448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0" y="1645920"/>
            <a:ext cx="1645920" cy="685800"/>
          </a:xfrm>
          <a:prstGeom prst="roundRect">
            <a:avLst>
              <a:gd name="adj" fmla="val 49333"/>
            </a:avLst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created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s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Git commits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split by concern: versions, variables, network, security, compute, outputs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validated (admin CIDR can never be 0.0.0.0/0)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keys and variable files excluded from Git; provider versions pinned</a:t>
            </a:r>
            <a:endParaRPr lang="en-US" sz="1500" dirty="0"/>
          </a:p>
        </p:txBody>
      </p:sp>
      <p:pic>
        <p:nvPicPr>
          <p:cNvPr id="25" name="Image 0" descr="terraform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765146"/>
            <a:ext cx="5029200" cy="333938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evidence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AWS, then verified independently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|  Terraform &amp; AWS (Part C)</a:t>
            </a:r>
            <a:endParaRPr lang="en-US" sz="1100" dirty="0"/>
          </a:p>
        </p:txBody>
      </p:sp>
      <p:pic>
        <p:nvPicPr>
          <p:cNvPr id="6" name="Image 0" descr="terraform app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4114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apply: 25 resources and outputs</a:t>
            </a:r>
            <a:endParaRPr lang="en-US" sz="1100" dirty="0"/>
          </a:p>
        </p:txBody>
      </p:sp>
      <p:pic>
        <p:nvPicPr>
          <p:cNvPr id="8" name="Image 1" descr="SSH ProxyJu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01365"/>
            <a:ext cx="5394960" cy="122103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309360" y="5852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bastion, then ProxyJump to the private server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teardown and version control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ongoing cloud cost; full history in Git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|  Terraform &amp; AWS (Part C)</a:t>
            </a:r>
            <a:endParaRPr lang="en-US" sz="1100" dirty="0"/>
          </a:p>
        </p:txBody>
      </p:sp>
      <p:pic>
        <p:nvPicPr>
          <p:cNvPr id="6" name="Image 0" descr="cost 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66" y="1508760"/>
            <a:ext cx="5417548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destroy: 0 billable resources in all 17 regions</a:t>
            </a:r>
            <a:endParaRPr lang="en-US" sz="1100" dirty="0"/>
          </a:p>
        </p:txBody>
      </p:sp>
      <p:pic>
        <p:nvPicPr>
          <p:cNvPr id="8" name="Image 1" descr="git 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17666"/>
            <a:ext cx="5394960" cy="19884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309360" y="5852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history: small, descriptive commits for every part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7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lessons learned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we solved along the way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9F3F5"/>
          </a:solidFill>
          <a:ln w="12700">
            <a:solidFill>
              <a:srgbClr val="D9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 |  Team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110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DHCP failure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test PCs with Linux containers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2110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freezes &amp; drift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script; NTP limited by clock drift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9483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idempotency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exactly what IOS stores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17920" y="33832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92240" y="379476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394837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evidence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git-ignored files, redaction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CI/CD pipeline  ·  NetBox source of truth  ·  site-to-site VPN to AWS  ·  remote Terraform state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5575" y="320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945575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 |  Team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658368" cy="6583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21239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hierarchical network built and verified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71800"/>
            <a:ext cx="658368" cy="658368"/>
          </a:xfrm>
          <a:prstGeom prst="ellipse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28" y="3129808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97180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 code: idempotent, audited, version-controlled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977640"/>
            <a:ext cx="658368" cy="6583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" y="4135648"/>
            <a:ext cx="342351" cy="3423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97764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deployed, tested and cleanly removed with Terraform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- 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ENT-HYBRID-NET - Enterprise Network Automation and Hybrid-Cloud IaC</dc:title>
  <dc:subject>PptxGenJS Presentation</dc:subject>
  <dc:creator>PptxGenJS</dc:creator>
  <cp:lastModifiedBy>PptxGenJS</cp:lastModifiedBy>
  <cp:revision>1</cp:revision>
  <dcterms:created xsi:type="dcterms:W3CDTF">2026-09-25T14:15:24Z</dcterms:created>
  <dcterms:modified xsi:type="dcterms:W3CDTF">2026-09-25T14:15:24Z</dcterms:modified>
</cp:coreProperties>
</file>